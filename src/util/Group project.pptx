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ileron Bold" charset="1" panose="00000800000000000000"/>
      <p:regular r:id="rId21"/>
    </p:embeddedFont>
    <p:embeddedFont>
      <p:font typeface="Canva Sans" charset="1" panose="020B0503030501040103"/>
      <p:regular r:id="rId22"/>
    </p:embeddedFont>
    <p:embeddedFont>
      <p:font typeface="Kompot Styled" charset="1" panose="00000000000000000000"/>
      <p:regular r:id="rId23"/>
    </p:embeddedFont>
    <p:embeddedFont>
      <p:font typeface="Canva Sans Bold" charset="1" panose="020B0803030501040103"/>
      <p:regular r:id="rId24"/>
    </p:embeddedFont>
    <p:embeddedFont>
      <p:font typeface="Yeseva One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89" r="0" b="-10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51442" y="-2083999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6"/>
                </a:lnTo>
                <a:lnTo>
                  <a:pt x="0" y="3330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10625" y="2651513"/>
            <a:ext cx="13866750" cy="200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7"/>
              </a:lnSpc>
              <a:spcBef>
                <a:spcPct val="0"/>
              </a:spcBef>
            </a:pPr>
            <a:r>
              <a:rPr lang="en-US" b="true" sz="1164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GROUP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36558" y="6534716"/>
            <a:ext cx="8214884" cy="40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4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Topic: Library Management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14113" y="4236118"/>
            <a:ext cx="7059775" cy="199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7"/>
              </a:lnSpc>
              <a:spcBef>
                <a:spcPct val="0"/>
              </a:spcBef>
            </a:pPr>
            <a:r>
              <a:rPr lang="en-US" sz="11648">
                <a:solidFill>
                  <a:srgbClr val="FFFFFF"/>
                </a:solidFill>
                <a:latin typeface="Kompot Styled"/>
                <a:ea typeface="Kompot Styled"/>
                <a:cs typeface="Kompot Styled"/>
                <a:sym typeface="Kompot Styled"/>
              </a:rPr>
              <a:t>TEAM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61323">
                <a:alpha val="100000"/>
              </a:srgbClr>
            </a:gs>
            <a:gs pos="100000">
              <a:srgbClr val="143A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2712" y="1443970"/>
            <a:ext cx="16786588" cy="8229600"/>
            <a:chOff x="0" y="0"/>
            <a:chExt cx="4421159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1159" cy="2167467"/>
            </a:xfrm>
            <a:custGeom>
              <a:avLst/>
              <a:gdLst/>
              <a:ahLst/>
              <a:cxnLst/>
              <a:rect r="r" b="b" t="t" l="l"/>
              <a:pathLst>
                <a:path h="2167467" w="4421159">
                  <a:moveTo>
                    <a:pt x="20754" y="0"/>
                  </a:moveTo>
                  <a:lnTo>
                    <a:pt x="4400405" y="0"/>
                  </a:lnTo>
                  <a:cubicBezTo>
                    <a:pt x="4405910" y="0"/>
                    <a:pt x="4411188" y="2187"/>
                    <a:pt x="4415081" y="6079"/>
                  </a:cubicBezTo>
                  <a:cubicBezTo>
                    <a:pt x="4418973" y="9971"/>
                    <a:pt x="4421159" y="15250"/>
                    <a:pt x="4421159" y="20754"/>
                  </a:cubicBezTo>
                  <a:lnTo>
                    <a:pt x="4421159" y="2146713"/>
                  </a:lnTo>
                  <a:cubicBezTo>
                    <a:pt x="4421159" y="2158175"/>
                    <a:pt x="4411868" y="2167467"/>
                    <a:pt x="4400405" y="2167467"/>
                  </a:cubicBezTo>
                  <a:lnTo>
                    <a:pt x="20754" y="2167467"/>
                  </a:lnTo>
                  <a:cubicBezTo>
                    <a:pt x="15250" y="2167467"/>
                    <a:pt x="9971" y="2165280"/>
                    <a:pt x="6079" y="2161388"/>
                  </a:cubicBezTo>
                  <a:cubicBezTo>
                    <a:pt x="2187" y="2157496"/>
                    <a:pt x="0" y="2152217"/>
                    <a:pt x="0" y="2146713"/>
                  </a:cubicBezTo>
                  <a:lnTo>
                    <a:pt x="0" y="20754"/>
                  </a:lnTo>
                  <a:cubicBezTo>
                    <a:pt x="0" y="9292"/>
                    <a:pt x="9292" y="0"/>
                    <a:pt x="20754" y="0"/>
                  </a:cubicBezTo>
                  <a:close/>
                </a:path>
              </a:pathLst>
            </a:custGeom>
            <a:ln w="19050" cap="rnd">
              <a:solidFill>
                <a:srgbClr val="76A9ED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2115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755031" y="8886284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5"/>
                </a:lnTo>
                <a:lnTo>
                  <a:pt x="0" y="333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8253" y="1646594"/>
            <a:ext cx="8187753" cy="5444856"/>
          </a:xfrm>
          <a:custGeom>
            <a:avLst/>
            <a:gdLst/>
            <a:ahLst/>
            <a:cxnLst/>
            <a:rect r="r" b="b" t="t" l="l"/>
            <a:pathLst>
              <a:path h="5444856" w="8187753">
                <a:moveTo>
                  <a:pt x="0" y="0"/>
                </a:moveTo>
                <a:lnTo>
                  <a:pt x="8187753" y="0"/>
                </a:lnTo>
                <a:lnTo>
                  <a:pt x="8187753" y="5444855"/>
                </a:lnTo>
                <a:lnTo>
                  <a:pt x="0" y="54448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3268080"/>
            <a:ext cx="7959892" cy="6149017"/>
          </a:xfrm>
          <a:custGeom>
            <a:avLst/>
            <a:gdLst/>
            <a:ahLst/>
            <a:cxnLst/>
            <a:rect r="r" b="b" t="t" l="l"/>
            <a:pathLst>
              <a:path h="6149017" w="7959892">
                <a:moveTo>
                  <a:pt x="0" y="0"/>
                </a:moveTo>
                <a:lnTo>
                  <a:pt x="7959892" y="0"/>
                </a:lnTo>
                <a:lnTo>
                  <a:pt x="7959892" y="6149017"/>
                </a:lnTo>
                <a:lnTo>
                  <a:pt x="0" y="61490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91005" y="682184"/>
            <a:ext cx="3081124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sz="329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Book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61323">
                <a:alpha val="100000"/>
              </a:srgbClr>
            </a:gs>
            <a:gs pos="100000">
              <a:srgbClr val="143A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2712" y="1443970"/>
            <a:ext cx="16786588" cy="8229600"/>
            <a:chOff x="0" y="0"/>
            <a:chExt cx="4421159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1159" cy="2167467"/>
            </a:xfrm>
            <a:custGeom>
              <a:avLst/>
              <a:gdLst/>
              <a:ahLst/>
              <a:cxnLst/>
              <a:rect r="r" b="b" t="t" l="l"/>
              <a:pathLst>
                <a:path h="2167467" w="4421159">
                  <a:moveTo>
                    <a:pt x="20754" y="0"/>
                  </a:moveTo>
                  <a:lnTo>
                    <a:pt x="4400405" y="0"/>
                  </a:lnTo>
                  <a:cubicBezTo>
                    <a:pt x="4405910" y="0"/>
                    <a:pt x="4411188" y="2187"/>
                    <a:pt x="4415081" y="6079"/>
                  </a:cubicBezTo>
                  <a:cubicBezTo>
                    <a:pt x="4418973" y="9971"/>
                    <a:pt x="4421159" y="15250"/>
                    <a:pt x="4421159" y="20754"/>
                  </a:cubicBezTo>
                  <a:lnTo>
                    <a:pt x="4421159" y="2146713"/>
                  </a:lnTo>
                  <a:cubicBezTo>
                    <a:pt x="4421159" y="2158175"/>
                    <a:pt x="4411868" y="2167467"/>
                    <a:pt x="4400405" y="2167467"/>
                  </a:cubicBezTo>
                  <a:lnTo>
                    <a:pt x="20754" y="2167467"/>
                  </a:lnTo>
                  <a:cubicBezTo>
                    <a:pt x="15250" y="2167467"/>
                    <a:pt x="9971" y="2165280"/>
                    <a:pt x="6079" y="2161388"/>
                  </a:cubicBezTo>
                  <a:cubicBezTo>
                    <a:pt x="2187" y="2157496"/>
                    <a:pt x="0" y="2152217"/>
                    <a:pt x="0" y="2146713"/>
                  </a:cubicBezTo>
                  <a:lnTo>
                    <a:pt x="0" y="20754"/>
                  </a:lnTo>
                  <a:cubicBezTo>
                    <a:pt x="0" y="9292"/>
                    <a:pt x="9292" y="0"/>
                    <a:pt x="20754" y="0"/>
                  </a:cubicBezTo>
                  <a:close/>
                </a:path>
              </a:pathLst>
            </a:custGeom>
            <a:ln w="19050" cap="rnd">
              <a:solidFill>
                <a:srgbClr val="76A9ED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2115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755031" y="8886284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5"/>
                </a:lnTo>
                <a:lnTo>
                  <a:pt x="0" y="333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7089" y="1646594"/>
            <a:ext cx="6032743" cy="7860251"/>
          </a:xfrm>
          <a:custGeom>
            <a:avLst/>
            <a:gdLst/>
            <a:ahLst/>
            <a:cxnLst/>
            <a:rect r="r" b="b" t="t" l="l"/>
            <a:pathLst>
              <a:path h="7860251" w="6032743">
                <a:moveTo>
                  <a:pt x="0" y="0"/>
                </a:moveTo>
                <a:lnTo>
                  <a:pt x="6032743" y="0"/>
                </a:lnTo>
                <a:lnTo>
                  <a:pt x="6032743" y="7860251"/>
                </a:lnTo>
                <a:lnTo>
                  <a:pt x="0" y="78602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50665" y="1646594"/>
            <a:ext cx="9542035" cy="7860251"/>
          </a:xfrm>
          <a:custGeom>
            <a:avLst/>
            <a:gdLst/>
            <a:ahLst/>
            <a:cxnLst/>
            <a:rect r="r" b="b" t="t" l="l"/>
            <a:pathLst>
              <a:path h="7860251" w="9542035">
                <a:moveTo>
                  <a:pt x="0" y="0"/>
                </a:moveTo>
                <a:lnTo>
                  <a:pt x="9542035" y="0"/>
                </a:lnTo>
                <a:lnTo>
                  <a:pt x="9542035" y="7860251"/>
                </a:lnTo>
                <a:lnTo>
                  <a:pt x="0" y="78602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91005" y="682184"/>
            <a:ext cx="3081124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sz="329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Book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51442" y="-2083999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6"/>
                </a:lnTo>
                <a:lnTo>
                  <a:pt x="0" y="3330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267" y="1525944"/>
            <a:ext cx="10548489" cy="7080673"/>
          </a:xfrm>
          <a:custGeom>
            <a:avLst/>
            <a:gdLst/>
            <a:ahLst/>
            <a:cxnLst/>
            <a:rect r="r" b="b" t="t" l="l"/>
            <a:pathLst>
              <a:path h="7080673" w="10548489">
                <a:moveTo>
                  <a:pt x="0" y="0"/>
                </a:moveTo>
                <a:lnTo>
                  <a:pt x="10548489" y="0"/>
                </a:lnTo>
                <a:lnTo>
                  <a:pt x="10548489" y="7080673"/>
                </a:lnTo>
                <a:lnTo>
                  <a:pt x="0" y="70806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00072" y="1525944"/>
            <a:ext cx="6309466" cy="8412621"/>
          </a:xfrm>
          <a:custGeom>
            <a:avLst/>
            <a:gdLst/>
            <a:ahLst/>
            <a:cxnLst/>
            <a:rect r="r" b="b" t="t" l="l"/>
            <a:pathLst>
              <a:path h="8412621" w="6309466">
                <a:moveTo>
                  <a:pt x="0" y="0"/>
                </a:moveTo>
                <a:lnTo>
                  <a:pt x="6309465" y="0"/>
                </a:lnTo>
                <a:lnTo>
                  <a:pt x="6309465" y="8412621"/>
                </a:lnTo>
                <a:lnTo>
                  <a:pt x="0" y="8412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1005" y="682184"/>
            <a:ext cx="3081124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Brrowing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47105" y="1356983"/>
            <a:ext cx="17793790" cy="8757851"/>
            <a:chOff x="0" y="0"/>
            <a:chExt cx="4686430" cy="23065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86430" cy="2306594"/>
            </a:xfrm>
            <a:custGeom>
              <a:avLst/>
              <a:gdLst/>
              <a:ahLst/>
              <a:cxnLst/>
              <a:rect r="r" b="b" t="t" l="l"/>
              <a:pathLst>
                <a:path h="2306594" w="4686430">
                  <a:moveTo>
                    <a:pt x="19579" y="0"/>
                  </a:moveTo>
                  <a:lnTo>
                    <a:pt x="4666851" y="0"/>
                  </a:lnTo>
                  <a:cubicBezTo>
                    <a:pt x="4672044" y="0"/>
                    <a:pt x="4677024" y="2063"/>
                    <a:pt x="4680696" y="5735"/>
                  </a:cubicBezTo>
                  <a:cubicBezTo>
                    <a:pt x="4684368" y="9406"/>
                    <a:pt x="4686430" y="14386"/>
                    <a:pt x="4686430" y="19579"/>
                  </a:cubicBezTo>
                  <a:lnTo>
                    <a:pt x="4686430" y="2287015"/>
                  </a:lnTo>
                  <a:cubicBezTo>
                    <a:pt x="4686430" y="2292208"/>
                    <a:pt x="4684368" y="2297188"/>
                    <a:pt x="4680696" y="2300860"/>
                  </a:cubicBezTo>
                  <a:cubicBezTo>
                    <a:pt x="4677024" y="2304532"/>
                    <a:pt x="4672044" y="2306594"/>
                    <a:pt x="4666851" y="2306594"/>
                  </a:cubicBezTo>
                  <a:lnTo>
                    <a:pt x="19579" y="2306594"/>
                  </a:lnTo>
                  <a:cubicBezTo>
                    <a:pt x="14386" y="2306594"/>
                    <a:pt x="9406" y="2304532"/>
                    <a:pt x="5735" y="2300860"/>
                  </a:cubicBezTo>
                  <a:cubicBezTo>
                    <a:pt x="2063" y="2297188"/>
                    <a:pt x="0" y="2292208"/>
                    <a:pt x="0" y="2287015"/>
                  </a:cubicBezTo>
                  <a:lnTo>
                    <a:pt x="0" y="19579"/>
                  </a:lnTo>
                  <a:cubicBezTo>
                    <a:pt x="0" y="14386"/>
                    <a:pt x="2063" y="9406"/>
                    <a:pt x="5735" y="5735"/>
                  </a:cubicBezTo>
                  <a:cubicBezTo>
                    <a:pt x="9406" y="2063"/>
                    <a:pt x="14386" y="0"/>
                    <a:pt x="19579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86430" cy="2344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7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51442" y="-2083999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6"/>
                </a:lnTo>
                <a:lnTo>
                  <a:pt x="0" y="3330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7105" y="1356983"/>
            <a:ext cx="17793790" cy="8757851"/>
            <a:chOff x="0" y="0"/>
            <a:chExt cx="4686430" cy="2306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86430" cy="2306594"/>
            </a:xfrm>
            <a:custGeom>
              <a:avLst/>
              <a:gdLst/>
              <a:ahLst/>
              <a:cxnLst/>
              <a:rect r="r" b="b" t="t" l="l"/>
              <a:pathLst>
                <a:path h="2306594" w="4686430">
                  <a:moveTo>
                    <a:pt x="19579" y="0"/>
                  </a:moveTo>
                  <a:lnTo>
                    <a:pt x="4666851" y="0"/>
                  </a:lnTo>
                  <a:cubicBezTo>
                    <a:pt x="4672044" y="0"/>
                    <a:pt x="4677024" y="2063"/>
                    <a:pt x="4680696" y="5735"/>
                  </a:cubicBezTo>
                  <a:cubicBezTo>
                    <a:pt x="4684368" y="9406"/>
                    <a:pt x="4686430" y="14386"/>
                    <a:pt x="4686430" y="19579"/>
                  </a:cubicBezTo>
                  <a:lnTo>
                    <a:pt x="4686430" y="2287015"/>
                  </a:lnTo>
                  <a:cubicBezTo>
                    <a:pt x="4686430" y="2292208"/>
                    <a:pt x="4684368" y="2297188"/>
                    <a:pt x="4680696" y="2300860"/>
                  </a:cubicBezTo>
                  <a:cubicBezTo>
                    <a:pt x="4677024" y="2304532"/>
                    <a:pt x="4672044" y="2306594"/>
                    <a:pt x="4666851" y="2306594"/>
                  </a:cubicBezTo>
                  <a:lnTo>
                    <a:pt x="19579" y="2306594"/>
                  </a:lnTo>
                  <a:cubicBezTo>
                    <a:pt x="14386" y="2306594"/>
                    <a:pt x="9406" y="2304532"/>
                    <a:pt x="5735" y="2300860"/>
                  </a:cubicBezTo>
                  <a:cubicBezTo>
                    <a:pt x="2063" y="2297188"/>
                    <a:pt x="0" y="2292208"/>
                    <a:pt x="0" y="2287015"/>
                  </a:cubicBezTo>
                  <a:lnTo>
                    <a:pt x="0" y="19579"/>
                  </a:lnTo>
                  <a:cubicBezTo>
                    <a:pt x="0" y="14386"/>
                    <a:pt x="2063" y="9406"/>
                    <a:pt x="5735" y="5735"/>
                  </a:cubicBezTo>
                  <a:cubicBezTo>
                    <a:pt x="9406" y="2063"/>
                    <a:pt x="14386" y="0"/>
                    <a:pt x="19579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86430" cy="2344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539379"/>
            <a:ext cx="6126934" cy="8393060"/>
          </a:xfrm>
          <a:custGeom>
            <a:avLst/>
            <a:gdLst/>
            <a:ahLst/>
            <a:cxnLst/>
            <a:rect r="r" b="b" t="t" l="l"/>
            <a:pathLst>
              <a:path h="8393060" w="6126934">
                <a:moveTo>
                  <a:pt x="0" y="0"/>
                </a:moveTo>
                <a:lnTo>
                  <a:pt x="6126934" y="0"/>
                </a:lnTo>
                <a:lnTo>
                  <a:pt x="6126934" y="8393060"/>
                </a:lnTo>
                <a:lnTo>
                  <a:pt x="0" y="83930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01163" y="2282272"/>
            <a:ext cx="8899765" cy="6907274"/>
          </a:xfrm>
          <a:custGeom>
            <a:avLst/>
            <a:gdLst/>
            <a:ahLst/>
            <a:cxnLst/>
            <a:rect r="r" b="b" t="t" l="l"/>
            <a:pathLst>
              <a:path h="6907274" w="8899765">
                <a:moveTo>
                  <a:pt x="0" y="0"/>
                </a:moveTo>
                <a:lnTo>
                  <a:pt x="8899766" y="0"/>
                </a:lnTo>
                <a:lnTo>
                  <a:pt x="8899766" y="6907274"/>
                </a:lnTo>
                <a:lnTo>
                  <a:pt x="0" y="69072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189" r="0" b="-218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91005" y="682184"/>
            <a:ext cx="3081124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Brrowing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957040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51442" y="-2083999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6"/>
                </a:lnTo>
                <a:lnTo>
                  <a:pt x="0" y="3330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565738" y="1356983"/>
            <a:ext cx="10505293" cy="8757851"/>
            <a:chOff x="0" y="0"/>
            <a:chExt cx="2766826" cy="2306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6826" cy="2306594"/>
            </a:xfrm>
            <a:custGeom>
              <a:avLst/>
              <a:gdLst/>
              <a:ahLst/>
              <a:cxnLst/>
              <a:rect r="r" b="b" t="t" l="l"/>
              <a:pathLst>
                <a:path h="2306594" w="2766826">
                  <a:moveTo>
                    <a:pt x="33163" y="0"/>
                  </a:moveTo>
                  <a:lnTo>
                    <a:pt x="2733663" y="0"/>
                  </a:lnTo>
                  <a:cubicBezTo>
                    <a:pt x="2751979" y="0"/>
                    <a:pt x="2766826" y="14848"/>
                    <a:pt x="2766826" y="33163"/>
                  </a:cubicBezTo>
                  <a:lnTo>
                    <a:pt x="2766826" y="2273432"/>
                  </a:lnTo>
                  <a:cubicBezTo>
                    <a:pt x="2766826" y="2291747"/>
                    <a:pt x="2751979" y="2306594"/>
                    <a:pt x="2733663" y="2306594"/>
                  </a:cubicBezTo>
                  <a:lnTo>
                    <a:pt x="33163" y="2306594"/>
                  </a:lnTo>
                  <a:cubicBezTo>
                    <a:pt x="14848" y="2306594"/>
                    <a:pt x="0" y="2291747"/>
                    <a:pt x="0" y="2273432"/>
                  </a:cubicBezTo>
                  <a:lnTo>
                    <a:pt x="0" y="33163"/>
                  </a:lnTo>
                  <a:cubicBezTo>
                    <a:pt x="0" y="14848"/>
                    <a:pt x="14848" y="0"/>
                    <a:pt x="33163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66826" cy="2344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882737" y="1550806"/>
            <a:ext cx="9871295" cy="8370206"/>
          </a:xfrm>
          <a:custGeom>
            <a:avLst/>
            <a:gdLst/>
            <a:ahLst/>
            <a:cxnLst/>
            <a:rect r="r" b="b" t="t" l="l"/>
            <a:pathLst>
              <a:path h="8370206" w="9871295">
                <a:moveTo>
                  <a:pt x="0" y="0"/>
                </a:moveTo>
                <a:lnTo>
                  <a:pt x="9871295" y="0"/>
                </a:lnTo>
                <a:lnTo>
                  <a:pt x="9871295" y="8370206"/>
                </a:lnTo>
                <a:lnTo>
                  <a:pt x="0" y="83702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91005" y="4828111"/>
            <a:ext cx="3081124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Brrowing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61323">
                <a:alpha val="100000"/>
              </a:srgbClr>
            </a:gs>
            <a:gs pos="100000">
              <a:srgbClr val="143A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51442" y="7915589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5"/>
                </a:lnTo>
                <a:lnTo>
                  <a:pt x="0" y="333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8429" y="1780596"/>
            <a:ext cx="313241" cy="323346"/>
          </a:xfrm>
          <a:custGeom>
            <a:avLst/>
            <a:gdLst/>
            <a:ahLst/>
            <a:cxnLst/>
            <a:rect r="r" b="b" t="t" l="l"/>
            <a:pathLst>
              <a:path h="323346" w="313241">
                <a:moveTo>
                  <a:pt x="0" y="0"/>
                </a:moveTo>
                <a:lnTo>
                  <a:pt x="313241" y="0"/>
                </a:lnTo>
                <a:lnTo>
                  <a:pt x="313241" y="323346"/>
                </a:lnTo>
                <a:lnTo>
                  <a:pt x="0" y="323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780596"/>
            <a:ext cx="6991571" cy="8177277"/>
          </a:xfrm>
          <a:custGeom>
            <a:avLst/>
            <a:gdLst/>
            <a:ahLst/>
            <a:cxnLst/>
            <a:rect r="r" b="b" t="t" l="l"/>
            <a:pathLst>
              <a:path h="8177277" w="6991571">
                <a:moveTo>
                  <a:pt x="0" y="0"/>
                </a:moveTo>
                <a:lnTo>
                  <a:pt x="6991571" y="0"/>
                </a:lnTo>
                <a:lnTo>
                  <a:pt x="6991571" y="8177277"/>
                </a:lnTo>
                <a:lnTo>
                  <a:pt x="0" y="81772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1780596"/>
            <a:ext cx="313241" cy="323346"/>
          </a:xfrm>
          <a:custGeom>
            <a:avLst/>
            <a:gdLst/>
            <a:ahLst/>
            <a:cxnLst/>
            <a:rect r="r" b="b" t="t" l="l"/>
            <a:pathLst>
              <a:path h="323346" w="313241">
                <a:moveTo>
                  <a:pt x="0" y="0"/>
                </a:moveTo>
                <a:lnTo>
                  <a:pt x="313241" y="0"/>
                </a:lnTo>
                <a:lnTo>
                  <a:pt x="313241" y="323346"/>
                </a:lnTo>
                <a:lnTo>
                  <a:pt x="0" y="323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90616" y="1780596"/>
            <a:ext cx="8241462" cy="8177277"/>
          </a:xfrm>
          <a:custGeom>
            <a:avLst/>
            <a:gdLst/>
            <a:ahLst/>
            <a:cxnLst/>
            <a:rect r="r" b="b" t="t" l="l"/>
            <a:pathLst>
              <a:path h="8177277" w="8241462">
                <a:moveTo>
                  <a:pt x="0" y="0"/>
                </a:moveTo>
                <a:lnTo>
                  <a:pt x="8241463" y="0"/>
                </a:lnTo>
                <a:lnTo>
                  <a:pt x="8241463" y="8177277"/>
                </a:lnTo>
                <a:lnTo>
                  <a:pt x="0" y="81772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6010" y="713311"/>
            <a:ext cx="3081124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solidFill>
                  <a:srgbClr val="D1D1D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Library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51442" y="6395539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5"/>
                </a:lnTo>
                <a:lnTo>
                  <a:pt x="0" y="333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395949"/>
            <a:ext cx="6702412" cy="8676261"/>
          </a:xfrm>
          <a:custGeom>
            <a:avLst/>
            <a:gdLst/>
            <a:ahLst/>
            <a:cxnLst/>
            <a:rect r="r" b="b" t="t" l="l"/>
            <a:pathLst>
              <a:path h="8676261" w="6702412">
                <a:moveTo>
                  <a:pt x="0" y="0"/>
                </a:moveTo>
                <a:lnTo>
                  <a:pt x="6702412" y="0"/>
                </a:lnTo>
                <a:lnTo>
                  <a:pt x="6702412" y="8676261"/>
                </a:lnTo>
                <a:lnTo>
                  <a:pt x="0" y="8676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56762" y="1395949"/>
            <a:ext cx="9130795" cy="8676261"/>
          </a:xfrm>
          <a:custGeom>
            <a:avLst/>
            <a:gdLst/>
            <a:ahLst/>
            <a:cxnLst/>
            <a:rect r="r" b="b" t="t" l="l"/>
            <a:pathLst>
              <a:path h="8676261" w="9130795">
                <a:moveTo>
                  <a:pt x="0" y="0"/>
                </a:moveTo>
                <a:lnTo>
                  <a:pt x="9130796" y="0"/>
                </a:lnTo>
                <a:lnTo>
                  <a:pt x="9130796" y="8676261"/>
                </a:lnTo>
                <a:lnTo>
                  <a:pt x="0" y="8676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1005" y="682184"/>
            <a:ext cx="3081124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gradFill>
                  <a:gsLst>
                    <a:gs pos="0">
                      <a:srgbClr val="061323">
                        <a:alpha val="100000"/>
                      </a:srgbClr>
                    </a:gs>
                    <a:gs pos="100000">
                      <a:srgbClr val="143A6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Member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51442" y="6395539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5"/>
                </a:lnTo>
                <a:lnTo>
                  <a:pt x="0" y="333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02454" y="1712371"/>
            <a:ext cx="12883091" cy="7347991"/>
          </a:xfrm>
          <a:custGeom>
            <a:avLst/>
            <a:gdLst/>
            <a:ahLst/>
            <a:cxnLst/>
            <a:rect r="r" b="b" t="t" l="l"/>
            <a:pathLst>
              <a:path h="7347991" w="12883091">
                <a:moveTo>
                  <a:pt x="0" y="0"/>
                </a:moveTo>
                <a:lnTo>
                  <a:pt x="12883092" y="0"/>
                </a:lnTo>
                <a:lnTo>
                  <a:pt x="12883092" y="7347990"/>
                </a:lnTo>
                <a:lnTo>
                  <a:pt x="0" y="73479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1005" y="682184"/>
            <a:ext cx="3081124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gradFill>
                  <a:gsLst>
                    <a:gs pos="0">
                      <a:srgbClr val="061323">
                        <a:alpha val="100000"/>
                      </a:srgbClr>
                    </a:gs>
                    <a:gs pos="100000">
                      <a:srgbClr val="143A6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Member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51442" y="6395539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5"/>
                </a:lnTo>
                <a:lnTo>
                  <a:pt x="0" y="333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49449" y="1246287"/>
            <a:ext cx="9774683" cy="8479537"/>
          </a:xfrm>
          <a:custGeom>
            <a:avLst/>
            <a:gdLst/>
            <a:ahLst/>
            <a:cxnLst/>
            <a:rect r="r" b="b" t="t" l="l"/>
            <a:pathLst>
              <a:path h="8479537" w="9774683">
                <a:moveTo>
                  <a:pt x="0" y="0"/>
                </a:moveTo>
                <a:lnTo>
                  <a:pt x="9774683" y="0"/>
                </a:lnTo>
                <a:lnTo>
                  <a:pt x="9774683" y="8479537"/>
                </a:lnTo>
                <a:lnTo>
                  <a:pt x="0" y="84795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1005" y="682184"/>
            <a:ext cx="3081124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gradFill>
                  <a:gsLst>
                    <a:gs pos="0">
                      <a:srgbClr val="061323">
                        <a:alpha val="100000"/>
                      </a:srgbClr>
                    </a:gs>
                    <a:gs pos="100000">
                      <a:srgbClr val="143A6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Member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0500" y="4225189"/>
            <a:ext cx="3120939" cy="173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8"/>
              </a:lnSpc>
              <a:spcBef>
                <a:spcPct val="0"/>
              </a:spcBef>
            </a:pPr>
            <a:r>
              <a:rPr lang="en-US" sz="4942">
                <a:gradFill>
                  <a:gsLst>
                    <a:gs pos="0">
                      <a:srgbClr val="061323">
                        <a:alpha val="100000"/>
                      </a:srgbClr>
                    </a:gs>
                    <a:gs pos="100000">
                      <a:srgbClr val="143A6D">
                        <a:alpha val="100000"/>
                      </a:srgbClr>
                    </a:gs>
                  </a:gsLst>
                  <a:lin ang="0"/>
                </a:gradFill>
                <a:latin typeface="Yeseva One"/>
                <a:ea typeface="Yeseva One"/>
                <a:cs typeface="Yeseva One"/>
                <a:sym typeface="Yeseva One"/>
              </a:rPr>
              <a:t>Premium member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51442" y="6395539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5"/>
                </a:lnTo>
                <a:lnTo>
                  <a:pt x="0" y="333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40992" y="1028700"/>
            <a:ext cx="10139566" cy="8808748"/>
          </a:xfrm>
          <a:custGeom>
            <a:avLst/>
            <a:gdLst/>
            <a:ahLst/>
            <a:cxnLst/>
            <a:rect r="r" b="b" t="t" l="l"/>
            <a:pathLst>
              <a:path h="8808748" w="10139566">
                <a:moveTo>
                  <a:pt x="0" y="0"/>
                </a:moveTo>
                <a:lnTo>
                  <a:pt x="10139566" y="0"/>
                </a:lnTo>
                <a:lnTo>
                  <a:pt x="10139566" y="8808748"/>
                </a:lnTo>
                <a:lnTo>
                  <a:pt x="0" y="8808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1005" y="682184"/>
            <a:ext cx="3081124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gradFill>
                  <a:gsLst>
                    <a:gs pos="0">
                      <a:srgbClr val="061323">
                        <a:alpha val="100000"/>
                      </a:srgbClr>
                    </a:gs>
                    <a:gs pos="100000">
                      <a:srgbClr val="143A6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Member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0500" y="4225189"/>
            <a:ext cx="3120939" cy="173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8"/>
              </a:lnSpc>
              <a:spcBef>
                <a:spcPct val="0"/>
              </a:spcBef>
            </a:pPr>
            <a:r>
              <a:rPr lang="en-US" sz="4942">
                <a:gradFill>
                  <a:gsLst>
                    <a:gs pos="0">
                      <a:srgbClr val="061323">
                        <a:alpha val="100000"/>
                      </a:srgbClr>
                    </a:gs>
                    <a:gs pos="100000">
                      <a:srgbClr val="143A6D">
                        <a:alpha val="100000"/>
                      </a:srgbClr>
                    </a:gs>
                  </a:gsLst>
                  <a:lin ang="0"/>
                </a:gradFill>
                <a:latin typeface="Yeseva One"/>
                <a:ea typeface="Yeseva One"/>
                <a:cs typeface="Yeseva One"/>
                <a:sym typeface="Yeseva One"/>
              </a:rPr>
              <a:t>Regular Member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61323">
                <a:alpha val="100000"/>
              </a:srgbClr>
            </a:gs>
            <a:gs pos="100000">
              <a:srgbClr val="143A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41599" y="5414214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7" y="0"/>
                </a:lnTo>
                <a:lnTo>
                  <a:pt x="6866567" y="3330285"/>
                </a:lnTo>
                <a:lnTo>
                  <a:pt x="0" y="333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0500" y="1461611"/>
            <a:ext cx="6475212" cy="8562264"/>
          </a:xfrm>
          <a:custGeom>
            <a:avLst/>
            <a:gdLst/>
            <a:ahLst/>
            <a:cxnLst/>
            <a:rect r="r" b="b" t="t" l="l"/>
            <a:pathLst>
              <a:path h="8562264" w="6475212">
                <a:moveTo>
                  <a:pt x="0" y="0"/>
                </a:moveTo>
                <a:lnTo>
                  <a:pt x="6475212" y="0"/>
                </a:lnTo>
                <a:lnTo>
                  <a:pt x="6475212" y="8562264"/>
                </a:lnTo>
                <a:lnTo>
                  <a:pt x="0" y="85622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34922" y="2579122"/>
            <a:ext cx="8468400" cy="6327242"/>
          </a:xfrm>
          <a:custGeom>
            <a:avLst/>
            <a:gdLst/>
            <a:ahLst/>
            <a:cxnLst/>
            <a:rect r="r" b="b" t="t" l="l"/>
            <a:pathLst>
              <a:path h="6327242" w="8468400">
                <a:moveTo>
                  <a:pt x="0" y="0"/>
                </a:moveTo>
                <a:lnTo>
                  <a:pt x="8468400" y="0"/>
                </a:lnTo>
                <a:lnTo>
                  <a:pt x="8468400" y="6327242"/>
                </a:lnTo>
                <a:lnTo>
                  <a:pt x="0" y="63272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1005" y="682184"/>
            <a:ext cx="3119438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solidFill>
                  <a:srgbClr val="D1D1D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ValidationBook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61323">
                <a:alpha val="100000"/>
              </a:srgbClr>
            </a:gs>
            <a:gs pos="100000">
              <a:srgbClr val="143A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41599" y="5414214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7" y="0"/>
                </a:lnTo>
                <a:lnTo>
                  <a:pt x="6866567" y="3330285"/>
                </a:lnTo>
                <a:lnTo>
                  <a:pt x="0" y="333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6131" y="1549161"/>
            <a:ext cx="7673500" cy="8340760"/>
          </a:xfrm>
          <a:custGeom>
            <a:avLst/>
            <a:gdLst/>
            <a:ahLst/>
            <a:cxnLst/>
            <a:rect r="r" b="b" t="t" l="l"/>
            <a:pathLst>
              <a:path h="8340760" w="7673500">
                <a:moveTo>
                  <a:pt x="0" y="0"/>
                </a:moveTo>
                <a:lnTo>
                  <a:pt x="7673500" y="0"/>
                </a:lnTo>
                <a:lnTo>
                  <a:pt x="7673500" y="8340760"/>
                </a:lnTo>
                <a:lnTo>
                  <a:pt x="0" y="83407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78765" y="3020960"/>
            <a:ext cx="9594953" cy="5397161"/>
          </a:xfrm>
          <a:custGeom>
            <a:avLst/>
            <a:gdLst/>
            <a:ahLst/>
            <a:cxnLst/>
            <a:rect r="r" b="b" t="t" l="l"/>
            <a:pathLst>
              <a:path h="5397161" w="9594953">
                <a:moveTo>
                  <a:pt x="0" y="0"/>
                </a:moveTo>
                <a:lnTo>
                  <a:pt x="9594953" y="0"/>
                </a:lnTo>
                <a:lnTo>
                  <a:pt x="9594953" y="5397161"/>
                </a:lnTo>
                <a:lnTo>
                  <a:pt x="0" y="5397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1005" y="682184"/>
            <a:ext cx="3306604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solidFill>
                  <a:srgbClr val="D1D1D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ValidationBrrow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61323">
                <a:alpha val="100000"/>
              </a:srgbClr>
            </a:gs>
            <a:gs pos="100000">
              <a:srgbClr val="143A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1113"/>
            <a:ext cx="441800" cy="435173"/>
          </a:xfrm>
          <a:custGeom>
            <a:avLst/>
            <a:gdLst/>
            <a:ahLst/>
            <a:cxnLst/>
            <a:rect r="r" b="b" t="t" l="l"/>
            <a:pathLst>
              <a:path h="435173" w="441800">
                <a:moveTo>
                  <a:pt x="0" y="0"/>
                </a:moveTo>
                <a:lnTo>
                  <a:pt x="441800" y="0"/>
                </a:lnTo>
                <a:lnTo>
                  <a:pt x="441800" y="435174"/>
                </a:lnTo>
                <a:lnTo>
                  <a:pt x="0" y="43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41599" y="5414214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7" y="0"/>
                </a:lnTo>
                <a:lnTo>
                  <a:pt x="6866567" y="3330285"/>
                </a:lnTo>
                <a:lnTo>
                  <a:pt x="0" y="333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6980" y="1694747"/>
            <a:ext cx="8496426" cy="5384610"/>
          </a:xfrm>
          <a:custGeom>
            <a:avLst/>
            <a:gdLst/>
            <a:ahLst/>
            <a:cxnLst/>
            <a:rect r="r" b="b" t="t" l="l"/>
            <a:pathLst>
              <a:path h="5384610" w="8496426">
                <a:moveTo>
                  <a:pt x="0" y="0"/>
                </a:moveTo>
                <a:lnTo>
                  <a:pt x="8496425" y="0"/>
                </a:lnTo>
                <a:lnTo>
                  <a:pt x="8496425" y="5384610"/>
                </a:lnTo>
                <a:lnTo>
                  <a:pt x="0" y="5384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4387052"/>
            <a:ext cx="8975154" cy="5591715"/>
          </a:xfrm>
          <a:custGeom>
            <a:avLst/>
            <a:gdLst/>
            <a:ahLst/>
            <a:cxnLst/>
            <a:rect r="r" b="b" t="t" l="l"/>
            <a:pathLst>
              <a:path h="5591715" w="8975154">
                <a:moveTo>
                  <a:pt x="0" y="0"/>
                </a:moveTo>
                <a:lnTo>
                  <a:pt x="8975154" y="0"/>
                </a:lnTo>
                <a:lnTo>
                  <a:pt x="8975154" y="5591715"/>
                </a:lnTo>
                <a:lnTo>
                  <a:pt x="0" y="55917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1005" y="682184"/>
            <a:ext cx="3788450" cy="5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solidFill>
                  <a:srgbClr val="D1D1D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ValidationMember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51442" y="-2083999"/>
            <a:ext cx="6866568" cy="3330285"/>
          </a:xfrm>
          <a:custGeom>
            <a:avLst/>
            <a:gdLst/>
            <a:ahLst/>
            <a:cxnLst/>
            <a:rect r="r" b="b" t="t" l="l"/>
            <a:pathLst>
              <a:path h="3330285" w="6866568">
                <a:moveTo>
                  <a:pt x="0" y="0"/>
                </a:moveTo>
                <a:lnTo>
                  <a:pt x="6866568" y="0"/>
                </a:lnTo>
                <a:lnTo>
                  <a:pt x="6866568" y="3330286"/>
                </a:lnTo>
                <a:lnTo>
                  <a:pt x="0" y="333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10625" y="2421378"/>
            <a:ext cx="13866750" cy="200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7"/>
              </a:lnSpc>
              <a:spcBef>
                <a:spcPct val="0"/>
              </a:spcBef>
            </a:pPr>
            <a:r>
              <a:rPr lang="en-US" b="true" sz="11648">
                <a:gradFill>
                  <a:gsLst>
                    <a:gs pos="0">
                      <a:srgbClr val="061323">
                        <a:alpha val="100000"/>
                      </a:srgbClr>
                    </a:gs>
                    <a:gs pos="100000">
                      <a:srgbClr val="143A6D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69262" y="4068134"/>
            <a:ext cx="13149476" cy="151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28"/>
              </a:lnSpc>
              <a:spcBef>
                <a:spcPct val="0"/>
              </a:spcBef>
            </a:pPr>
            <a:r>
              <a:rPr lang="en-US" b="true" sz="887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DAHLBjcnSfM</dc:identifier>
  <dcterms:modified xsi:type="dcterms:W3CDTF">2011-08-01T06:04:30Z</dcterms:modified>
  <cp:revision>1</cp:revision>
  <dc:title>Group project</dc:title>
</cp:coreProperties>
</file>